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1" autoAdjust="0"/>
    <p:restoredTop sz="94660"/>
  </p:normalViewPr>
  <p:slideViewPr>
    <p:cSldViewPr snapToGrid="0">
      <p:cViewPr varScale="1">
        <p:scale>
          <a:sx n="40" d="100"/>
          <a:sy n="40" d="100"/>
        </p:scale>
        <p:origin x="411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4738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8288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導入評估報告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為全體同仁規劃最適合的 AI 工作夥伴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簡報大綱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298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公司目前的 Copilot 評估狀態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各工具成熟度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304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 Office 工具的 AI 表現比較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28346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761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管理層關心事項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3035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導入前的五大評估面向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建議導入方向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3767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分階段導入的策略規劃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91440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224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預期成果與效益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8760" y="4498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可預見的效率提升與風險控管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情境背景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3152" cy="3291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5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公司正在評估導入 Microsoft 365 Copilot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224028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在初步測試過程中，發現不同 Office 工具有不同的成熟度表現：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Word 與 Outlook 的 Copilot 功能相對穩定，適合日常工作應用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Excel 與 PowerPoint 則仍需要較多人工介入與驗證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因此，我們需要一套合理的導入策略，讓同仁逐步熟悉這項 AI 工具。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各工具 Copilot 成熟度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320040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37160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穩定可用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成熟度：高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文件撰寫、摘要、改寫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品質可靠，可直接採用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280160"/>
            <a:ext cx="1920240" cy="320040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2606040" y="1280160"/>
            <a:ext cx="19202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60604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880360" y="2103120"/>
            <a:ext cx="137160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88036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穩定可用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成熟度：高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88920" y="31089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郵件草擬、摘要整理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日常應用效果良好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1920240" cy="320040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192024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75488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0" y="2103120"/>
            <a:ext cx="1371600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0292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需人工驗證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成熟度：中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1089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公式建議、資料分析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仍需仔細檢查結果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1280160"/>
            <a:ext cx="1920240" cy="320040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6903720" y="1280160"/>
            <a:ext cx="192024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90372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178040" y="2103120"/>
            <a:ext cx="1371600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717804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需人工驗證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成熟度：中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86600" y="31089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簡報生成、設計建議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需較多調整與修改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管理層關心事項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5156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05840" y="1371600"/>
            <a:ext cx="685800" cy="685800"/>
          </a:xfrm>
          <a:prstGeom prst="ellipse">
            <a:avLst/>
          </a:prstGeom>
          <a:solidFill>
            <a:srgbClr val="E0F4F4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4904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965960" y="1298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工作效率提升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65960" y="1691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 Copilot 後，是否能在日常工作中帶來實際可量化的效率改善？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423160"/>
            <a:ext cx="7680960" cy="105156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1005840" y="2606040"/>
            <a:ext cx="685800" cy="685800"/>
          </a:xfrm>
          <a:prstGeom prst="ellipse">
            <a:avLst/>
          </a:prstGeom>
          <a:solidFill>
            <a:srgbClr val="E0F4F4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272491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1965960" y="2532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使用風險與誤判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965960" y="2926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在生成內容時，是否存在錯誤資訊或誤判的風險？如何降低？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1520" y="3657600"/>
            <a:ext cx="7680960" cy="105156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3"/>
          <p:cNvSpPr/>
          <p:nvPr/>
        </p:nvSpPr>
        <p:spPr>
          <a:xfrm>
            <a:off x="1005840" y="3840480"/>
            <a:ext cx="685800" cy="685800"/>
          </a:xfrm>
          <a:prstGeom prst="ellipse">
            <a:avLst/>
          </a:prstGeom>
          <a:solidFill>
            <a:srgbClr val="E0F4F4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395935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895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1965960" y="3767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資訊安全影響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965960" y="4160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公司內部機密資料與資訊安全，是否會因為使用 AI 工具而受到影響？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管理層關心事項（續）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18872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05840" y="1417320"/>
            <a:ext cx="731520" cy="731520"/>
          </a:xfrm>
          <a:prstGeom prst="ellipse">
            <a:avLst/>
          </a:prstGeom>
          <a:solidFill>
            <a:srgbClr val="E0F4F4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5361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01168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員工學習成本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011680" y="17373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同仁是否需要花費額外的時間學習新工具？如何降低學習門檻並提供適當的教育訓練？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651760"/>
            <a:ext cx="7680960" cy="118872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1005840" y="2880360"/>
            <a:ext cx="731520" cy="731520"/>
          </a:xfrm>
          <a:prstGeom prst="ellipse">
            <a:avLst/>
          </a:prstGeom>
          <a:solidFill>
            <a:srgbClr val="E0F4F4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99923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01168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導入方式選擇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011680" y="32004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是否適合一次全面導入？還是應該採取分階段的方式，先從部分場景開始試行？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3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以上五大面向將作為導入策略規劃的核心考量依據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建議導入方向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554480"/>
            <a:ext cx="137160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第一階段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文件與郵件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優先從 Word 與 Outlook 開始導入，這類工作內容相對標準化，即使需要人工修正，風險也可控。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51760" cy="320040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65176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977640" y="1554480"/>
            <a:ext cx="1371600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97764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第二階段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建立信任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1188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在員工逐漸理解 Copilot 的能力與限制後，建立對 AI 工具的信任基礎。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651760" cy="320040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858000" y="1554480"/>
            <a:ext cx="137160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8580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第三階段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擴展應用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評估是否擴展到 Excel、PowerPoint 等更複雜的應用場景。</a:t>
            </a:r>
            <a:endParaRPr lang="en-US" sz="13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560320"/>
            <a:ext cx="320040" cy="320040"/>
          </a:xfrm>
          <a:prstGeom prst="rect">
            <a:avLst/>
          </a:prstGeom>
        </p:spPr>
      </p:pic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56032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預期成果與效益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預期效益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逐步提升文件處理效率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改善內部溝通效率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不大幅改變既有工作流程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建立組織對 AI 的正確認知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0F7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4630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風險控管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120640" y="21031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避免過度期待 AI 工具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降低誤用風險與組織壓力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確保資訊安全不受影響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循序漸進降低學習門檻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總結與下一步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優先從 Word 和 Outlook 開始導入 Copilot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搭配適當的教育訓練，降低學習門檻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建立信任後，再逐步擴展到其他應用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持續評估效益與風險，滾動調整策略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讓我們一起擁抱 AI，聰明地工作！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234</Words>
  <Application>Microsoft Office PowerPoint</Application>
  <PresentationFormat>如螢幕大小 (16:9)</PresentationFormat>
  <Paragraphs>112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黃家瑞</dc:creator>
  <cp:lastModifiedBy>黃家瑞</cp:lastModifiedBy>
  <cp:revision>1</cp:revision>
  <dcterms:created xsi:type="dcterms:W3CDTF">2026-04-21T12:59:54Z</dcterms:created>
  <dcterms:modified xsi:type="dcterms:W3CDTF">2026-04-21T13:07:34Z</dcterms:modified>
</cp:coreProperties>
</file>